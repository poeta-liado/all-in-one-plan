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5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ALL-IN-ONE PLAN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NexusCRM Business Roadmap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We're Building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NexusCRM: AI-Powered Customer Relationship Management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Small retail, service, and e-commerce businesses (1-50 employees)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Problem: Shop owners lose track of customer preferences &amp; follow-ups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Solution: AI learns customer patterns and suggests next actions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Saves 5+ hours/week on manual CRM entry • Never miss follow-ups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Goal: Acquire 30 Customers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2011680" cy="2286000"/>
          </a:xfrm>
          <a:prstGeom prst="roundRect">
            <a:avLst/>
          </a:prstGeom>
          <a:solidFill>
            <a:srgbClr val="3498DB">
              <a:alpha val="80000"/>
            </a:srgbClr>
          </a:solidFill>
          <a:ln w="25400">
            <a:solidFill>
              <a:srgbClr val="3498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1-3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5-10 Shops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474720" y="1371600"/>
            <a:ext cx="2011680" cy="2286000"/>
          </a:xfrm>
          <a:prstGeom prst="roundRect">
            <a:avLst/>
          </a:prstGeom>
          <a:solidFill>
            <a:srgbClr val="F39C12">
              <a:alpha val="80000"/>
            </a:srgbClr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645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4-8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74720" y="21945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10-15 Shops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2011680" cy="2286000"/>
          </a:xfrm>
          <a:prstGeom prst="roundRect">
            <a:avLst/>
          </a:prstGeom>
          <a:solidFill>
            <a:srgbClr val="27AE60">
              <a:alpha val="80000"/>
            </a:srgbClr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645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9-12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5040" y="21945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15-30 Shops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Customer Personas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Owner: Managing 5-10 staff, struggling with customer retention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Manager: Chain managing multiple locations, needs customer insights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Founder: High churn rate, wants repeat customer strategies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Points: Data scattered • Manual follow-ups • Lost sales opportunities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Product Positioning (Weeks 1-2)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positioning: How we talk about NexusCRM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3 customer personas with detailed pain points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core messaging around key benefits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unique angle vs. Salesforce/HubSpot for small shops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Deliverable: 1-page positioning doc + 3 detailed personas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Build Marketing Engine (Weeks 2-4)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Zero-Cost Strategy: Leverage free channels to build credibility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Marketing: 5 blog topics on customer retention &amp; AI for small biz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Media: 2x per week posts on LinkedIn/Twitter with tips &amp; stories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Building: Join relevant groups, answer questions, build authority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Marketing: Create 2-3 demo/explainer videos showing key features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Direct Outreach &amp; Sales (Ongoing)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3-5 shop owners per week in target markets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personalized emails with specific value propositions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demo calls with warm introductions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Success: Reply to all inquiries within 24 hours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Program: Ask happy customers for introductions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Tracking: Monitor leads, conversions, and conversion rate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Implementation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Static HTML with interactive demo UI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Express.js API running on Node.js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 JSON data store with basic CRUD operations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Deployment: Server ready to run locally or on cloud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Ready: Fully functional prototype showing all major CRM features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&amp; Launch Timeline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320040" cy="320040"/>
          </a:xfrm>
          <a:prstGeom prst="roundRect">
            <a:avLst/>
          </a:prstGeom>
          <a:solidFill>
            <a:srgbClr val="4CAF50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0515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383280" y="10515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demo server locally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320040" cy="320040"/>
          </a:xfrm>
          <a:prstGeom prst="roundRect">
            <a:avLst/>
          </a:prstGeom>
          <a:solidFill>
            <a:srgbClr val="4CAF50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691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83280" y="16916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based on feedback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377440"/>
            <a:ext cx="320040" cy="320040"/>
          </a:xfrm>
          <a:prstGeom prst="roundRect">
            <a:avLst/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2331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23317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to cloud platform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017520"/>
            <a:ext cx="320040" cy="320040"/>
          </a:xfrm>
          <a:prstGeom prst="roundRect">
            <a:avLst/>
          </a:prstGeom>
          <a:solidFill>
            <a:srgbClr val="4CAF50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2971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4+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29718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customer onboarding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 to Track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KPIs: Website views • Email open rates • Social engagement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KPIs: Demo requests • Sales calls completed • Conversion rate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KPIs: Feature adoption • User retention • Support tickets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KPIs: Monthly recurring revenue (MRR) • Customer acquisition cost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Targets: 2-3 demos/week by Month 3 • 1 customer/week by Month 6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Marketing Checklist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Media: 2 posts per week on LinkedIn/Twitter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Outreach: Identify and contact 3-5 new prospects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Content: Create 1 blog post or video about customer pain point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Relationships: Schedule 1-2 demo calls with interested shops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Analytics: Review leads, conversion metrics, engagement rates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Access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Locally: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to Demo: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0" y="155448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with customer overview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pipeline kanban board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interaction timeline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recommendations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E5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92024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Present this demo to first 5 prospects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Collect feedback and iterate features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Launch marketing content calendar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Start weekly outreach and demo calls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All-in-One Plan - NexusCRM Business Roadmap</dc:title>
  <dc:subject>PptxGenJS Presentation</dc:subject>
  <dc:creator>Tarjesta</dc:creator>
  <cp:lastModifiedBy>Tarjesta</cp:lastModifiedBy>
  <cp:revision>1</cp:revision>
  <dcterms:created xsi:type="dcterms:W3CDTF">2026-06-13T11:31:13Z</dcterms:created>
  <dcterms:modified xsi:type="dcterms:W3CDTF">2026-06-13T11:31:13Z</dcterms:modified>
</cp:coreProperties>
</file>